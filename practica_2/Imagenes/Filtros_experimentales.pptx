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9" r:id="rId7"/>
    <p:sldId id="260" r:id="rId8"/>
    <p:sldId id="261" r:id="rId9"/>
    <p:sldId id="257" r:id="rId1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F5B0F-A02D-6D2F-4B28-BDBB2F3B2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BB1690-F468-C8F3-240B-6B97C595F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42BB4E-54E8-B896-5055-275CB8544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9712-0DB4-4520-B8E5-11F91EC48776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C18C82-5D22-3138-0D95-149369E0F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B4447B-AC1A-8DF8-12AE-46F59140C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837B-7403-455F-BFD7-5E7BB02F8C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2653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A6400-D8BC-7F83-1949-E090F12F7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326AD4-22C9-7226-5B98-275909B77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9E027F-C2F4-67CA-9BCF-3C659A7D4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9712-0DB4-4520-B8E5-11F91EC48776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C99929-3DD7-5250-5634-5F67097BE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2AA117-D370-72F7-FF1B-5CBB79BE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837B-7403-455F-BFD7-5E7BB02F8C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4725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02EA18-15FF-2732-085C-3B0A25A7A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D27E83-5D6D-FA11-02C5-FC03FA266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2028A4-B4AA-A3B6-CDA3-112D11C9E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9712-0DB4-4520-B8E5-11F91EC48776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0683F2-17DA-373F-A826-44062CE91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2E859C-78F8-C28B-2C9B-B39C7F01E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837B-7403-455F-BFD7-5E7BB02F8C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3430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A602E-CA42-6305-723D-F7D555230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328E33-4AC5-1022-B305-71C7356E55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5310995-B2FF-EB55-422B-93B0ADCA1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B33324-7316-6458-5678-4DEE62404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9712-0DB4-4520-B8E5-11F91EC48776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50B8375-AF39-1872-17E2-D6EE9D96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9A1354-4A35-63A0-7FB4-F362C4CAD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837B-7403-455F-BFD7-5E7BB02F8C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698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73A247-7DCA-D777-619E-0A418BE55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0D4524-09FD-031F-7F83-5877F3A56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2AEEC5-5E13-6C0C-03F3-AA247F800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0E56AAE-4720-A5B2-6307-575522AAF7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67D9CFB-37C6-92E7-A4F1-1284E2F972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CAF3A1C-B677-A919-906F-E65963BD7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9712-0DB4-4520-B8E5-11F91EC48776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B8F656E-DCFA-8F29-B6C9-DB1533E52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9AB672B-622F-56FA-4ADE-BCB0910CF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837B-7403-455F-BFD7-5E7BB02F8C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3757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3DCE4-FA7D-7F6A-6FE7-4FF2BE44D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C718B2-656B-5741-FE8F-DD264EEED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9712-0DB4-4520-B8E5-11F91EC48776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90CE375-237C-975A-CA14-D218D355A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1E2212E-7FAA-9887-040C-84BBDF09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837B-7403-455F-BFD7-5E7BB02F8C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9924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2085CA9-1EB3-D16C-2AFE-83072DF79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9712-0DB4-4520-B8E5-11F91EC48776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637E80F-B25B-607B-7AF5-0882C20FC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8A0C40-6EA9-AB19-393C-A280C8079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837B-7403-455F-BFD7-5E7BB02F8C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2792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1AF7C-CA6A-A71A-3573-B81C541EF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5B0776-EA1B-6F14-1667-B0ACAA857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C8398C-1977-A28F-1D65-49EEE12E2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9EB6F5-FEB3-174B-5992-6EEE6B963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9712-0DB4-4520-B8E5-11F91EC48776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65A751-D68A-EFC0-9643-676A9CD8A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2995B2-F9C4-EBC0-6D11-9B9E7D568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837B-7403-455F-BFD7-5E7BB02F8C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0459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0F1554-D05A-486E-ECC6-98C260925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193E307-BDF1-428A-BB1A-8CFA9FB5F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E22D9-D57F-1E00-21EB-81647EA93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08F1DE-59C1-1287-D978-7D7C67B0C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9712-0DB4-4520-B8E5-11F91EC48776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EB9F42-C92A-6D72-14AD-A17170231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342951-BAAA-03C9-8161-F0B16F63C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837B-7403-455F-BFD7-5E7BB02F8C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8353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63A7B-0493-E456-9001-FBD96D24B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020F18F-CCDF-21A8-F9FF-4AD44613BC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3F21DB-0771-9DBE-C434-A8A408F29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9712-0DB4-4520-B8E5-11F91EC48776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E36125-F873-80C0-6C4D-72194E4F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6F922F-406C-CC42-EF58-B81A6391E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837B-7403-455F-BFD7-5E7BB02F8C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7988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659F6B-2BE3-0DA2-AEE8-ED72DC181B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9F355A5-EC55-5491-3C15-7C6F3E13A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4269E1-2EA6-5763-725B-6E3988554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9712-0DB4-4520-B8E5-11F91EC48776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D38374-8117-AD85-0F6D-DAC4A17D5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26343A-F601-3E6A-8208-B81F492FC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A837B-7403-455F-BFD7-5E7BB02F8C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506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4D2F29-BD3E-6F62-FAE9-FC85F6F46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CF0B59-E5D2-0F81-56E5-AC5E08F93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295FA0-9837-4061-1AF5-0DE6F8DF13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19712-0DB4-4520-B8E5-11F91EC48776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C6E55C-9E12-53E5-7C6B-37F6E5B22B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679B64-C886-D07F-A694-B0AA647CB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BA837B-7403-455F-BFD7-5E7BB02F8C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0873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B26A8362-D918-1A43-02E5-BAFD1E8BA9AB}"/>
              </a:ext>
            </a:extLst>
          </p:cNvPr>
          <p:cNvSpPr/>
          <p:nvPr/>
        </p:nvSpPr>
        <p:spPr>
          <a:xfrm rot="20102811">
            <a:off x="6257378" y="3706390"/>
            <a:ext cx="312872" cy="33748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4E4A062-0929-A917-09C1-61BA601413CB}"/>
              </a:ext>
            </a:extLst>
          </p:cNvPr>
          <p:cNvSpPr/>
          <p:nvPr/>
        </p:nvSpPr>
        <p:spPr>
          <a:xfrm rot="20164233">
            <a:off x="6000695" y="2819817"/>
            <a:ext cx="329263" cy="33220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D7E399D-17C5-DD8B-3C9B-5F91D2C0AE97}"/>
              </a:ext>
            </a:extLst>
          </p:cNvPr>
          <p:cNvSpPr/>
          <p:nvPr/>
        </p:nvSpPr>
        <p:spPr>
          <a:xfrm rot="19702501">
            <a:off x="5736149" y="3314569"/>
            <a:ext cx="334954" cy="4123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D3580DF-AB5B-BF3E-DA24-68BDFF6BDA59}"/>
              </a:ext>
            </a:extLst>
          </p:cNvPr>
          <p:cNvSpPr/>
          <p:nvPr/>
        </p:nvSpPr>
        <p:spPr>
          <a:xfrm>
            <a:off x="6512373" y="3349805"/>
            <a:ext cx="276511" cy="37555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9372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F59C3-1F63-0AC9-A646-B942132B2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D8F1859D-454F-9D81-5FB8-795494FE8826}"/>
              </a:ext>
            </a:extLst>
          </p:cNvPr>
          <p:cNvSpPr/>
          <p:nvPr/>
        </p:nvSpPr>
        <p:spPr>
          <a:xfrm rot="20102811">
            <a:off x="6293254" y="3683043"/>
            <a:ext cx="209911" cy="22042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981FBD2-9AA3-CEA2-AF51-14A4E46A34E8}"/>
              </a:ext>
            </a:extLst>
          </p:cNvPr>
          <p:cNvSpPr/>
          <p:nvPr/>
        </p:nvSpPr>
        <p:spPr>
          <a:xfrm rot="20164233">
            <a:off x="6000695" y="2844582"/>
            <a:ext cx="329263" cy="3322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7125677-88F3-F550-444A-281EE9C72DF9}"/>
              </a:ext>
            </a:extLst>
          </p:cNvPr>
          <p:cNvSpPr/>
          <p:nvPr/>
        </p:nvSpPr>
        <p:spPr>
          <a:xfrm rot="19702501">
            <a:off x="5810363" y="3287932"/>
            <a:ext cx="182287" cy="20085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41EB0EB-6779-149C-9466-DC598FCF7C9C}"/>
              </a:ext>
            </a:extLst>
          </p:cNvPr>
          <p:cNvSpPr/>
          <p:nvPr/>
        </p:nvSpPr>
        <p:spPr>
          <a:xfrm>
            <a:off x="6512373" y="3305175"/>
            <a:ext cx="197037" cy="1973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33820DD-5F41-13E7-0708-B84AC123F934}"/>
              </a:ext>
            </a:extLst>
          </p:cNvPr>
          <p:cNvSpPr/>
          <p:nvPr/>
        </p:nvSpPr>
        <p:spPr>
          <a:xfrm rot="20164233">
            <a:off x="5925224" y="2728474"/>
            <a:ext cx="224777" cy="1919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8553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5FADE-7F47-A604-E725-58D57DA5C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A8A71786-CE2F-9797-79FD-0B3ABF5FA417}"/>
              </a:ext>
            </a:extLst>
          </p:cNvPr>
          <p:cNvSpPr/>
          <p:nvPr/>
        </p:nvSpPr>
        <p:spPr>
          <a:xfrm rot="20102811">
            <a:off x="6293254" y="3683043"/>
            <a:ext cx="209911" cy="22042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A51D12D-13FD-FA3C-D4F2-547CD4953919}"/>
              </a:ext>
            </a:extLst>
          </p:cNvPr>
          <p:cNvSpPr/>
          <p:nvPr/>
        </p:nvSpPr>
        <p:spPr>
          <a:xfrm rot="20164233">
            <a:off x="6000695" y="2844582"/>
            <a:ext cx="329263" cy="3322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717E570-3F27-6437-539C-4EAD879332E0}"/>
              </a:ext>
            </a:extLst>
          </p:cNvPr>
          <p:cNvSpPr/>
          <p:nvPr/>
        </p:nvSpPr>
        <p:spPr>
          <a:xfrm rot="19702501">
            <a:off x="5810363" y="3276502"/>
            <a:ext cx="182287" cy="20085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E605076-B67E-3E63-09CC-94089E812A46}"/>
              </a:ext>
            </a:extLst>
          </p:cNvPr>
          <p:cNvSpPr/>
          <p:nvPr/>
        </p:nvSpPr>
        <p:spPr>
          <a:xfrm>
            <a:off x="6512373" y="3293745"/>
            <a:ext cx="197037" cy="1973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1576FB6-0497-36B9-9AC0-1E24AA8B505B}"/>
              </a:ext>
            </a:extLst>
          </p:cNvPr>
          <p:cNvSpPr/>
          <p:nvPr/>
        </p:nvSpPr>
        <p:spPr>
          <a:xfrm rot="20164233">
            <a:off x="5982374" y="2829439"/>
            <a:ext cx="224777" cy="1919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3377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B1753-7013-513C-A8A4-91303F0F4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6D133CFC-123B-AEBA-86AB-5665DD381CEE}"/>
              </a:ext>
            </a:extLst>
          </p:cNvPr>
          <p:cNvSpPr/>
          <p:nvPr/>
        </p:nvSpPr>
        <p:spPr>
          <a:xfrm rot="20102811">
            <a:off x="6293254" y="3683043"/>
            <a:ext cx="209911" cy="22042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C55E692-E1AC-3289-159B-7CC49E13C6F3}"/>
              </a:ext>
            </a:extLst>
          </p:cNvPr>
          <p:cNvSpPr/>
          <p:nvPr/>
        </p:nvSpPr>
        <p:spPr>
          <a:xfrm rot="20164233">
            <a:off x="6000695" y="2844582"/>
            <a:ext cx="329263" cy="3322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B6C185-8BED-5787-71F2-7AD24AC7AD52}"/>
              </a:ext>
            </a:extLst>
          </p:cNvPr>
          <p:cNvSpPr/>
          <p:nvPr/>
        </p:nvSpPr>
        <p:spPr>
          <a:xfrm rot="19702501">
            <a:off x="5810363" y="3276502"/>
            <a:ext cx="182287" cy="20085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6417C8D-8CA4-FA7D-0402-21714512C6A7}"/>
              </a:ext>
            </a:extLst>
          </p:cNvPr>
          <p:cNvSpPr/>
          <p:nvPr/>
        </p:nvSpPr>
        <p:spPr>
          <a:xfrm>
            <a:off x="6512373" y="3293745"/>
            <a:ext cx="197037" cy="1973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1C6A2F3-638C-1D85-12DB-63BDC37E70F4}"/>
              </a:ext>
            </a:extLst>
          </p:cNvPr>
          <p:cNvSpPr/>
          <p:nvPr/>
        </p:nvSpPr>
        <p:spPr>
          <a:xfrm rot="20164233">
            <a:off x="5982374" y="2829439"/>
            <a:ext cx="224777" cy="1919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780B73FF-B12B-8272-3FBE-1708C6AB3101}"/>
              </a:ext>
            </a:extLst>
          </p:cNvPr>
          <p:cNvSpPr/>
          <p:nvPr/>
        </p:nvSpPr>
        <p:spPr>
          <a:xfrm rot="19702501">
            <a:off x="6133887" y="3268245"/>
            <a:ext cx="182287" cy="20085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6601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15F3B-8336-04C8-6CE4-48FB80DAC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93C1E89B-B805-2791-801E-78A261F1FFA2}"/>
              </a:ext>
            </a:extLst>
          </p:cNvPr>
          <p:cNvSpPr/>
          <p:nvPr/>
        </p:nvSpPr>
        <p:spPr>
          <a:xfrm rot="20102811">
            <a:off x="6293254" y="3683043"/>
            <a:ext cx="209911" cy="22042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7EF6CC2-D275-C54D-2132-50CD4FFDF2E9}"/>
              </a:ext>
            </a:extLst>
          </p:cNvPr>
          <p:cNvSpPr/>
          <p:nvPr/>
        </p:nvSpPr>
        <p:spPr>
          <a:xfrm rot="19702501">
            <a:off x="5810363" y="3276502"/>
            <a:ext cx="182287" cy="20085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76EBD5F7-989B-46DC-A282-B32339B45DEA}"/>
              </a:ext>
            </a:extLst>
          </p:cNvPr>
          <p:cNvSpPr/>
          <p:nvPr/>
        </p:nvSpPr>
        <p:spPr>
          <a:xfrm>
            <a:off x="6512373" y="3293745"/>
            <a:ext cx="197037" cy="1973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D1A19FD0-02C1-843B-A190-AFA8E1EE0FBA}"/>
              </a:ext>
            </a:extLst>
          </p:cNvPr>
          <p:cNvSpPr/>
          <p:nvPr/>
        </p:nvSpPr>
        <p:spPr>
          <a:xfrm rot="20164233">
            <a:off x="5982374" y="2829439"/>
            <a:ext cx="224777" cy="1919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D93D09E5-3BF6-D409-D7C4-3A449A66BF39}"/>
              </a:ext>
            </a:extLst>
          </p:cNvPr>
          <p:cNvSpPr/>
          <p:nvPr/>
        </p:nvSpPr>
        <p:spPr>
          <a:xfrm rot="19702501">
            <a:off x="5863319" y="2988402"/>
            <a:ext cx="705320" cy="68774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8352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8A045-4966-755C-567F-23DFAB20E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94582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EBF6D417F07AF42BAE977A654698C1D" ma:contentTypeVersion="6" ma:contentTypeDescription="Crear nuevo documento." ma:contentTypeScope="" ma:versionID="81d7f7ea638f07686b6e5d8646ed9cf0">
  <xsd:schema xmlns:xsd="http://www.w3.org/2001/XMLSchema" xmlns:xs="http://www.w3.org/2001/XMLSchema" xmlns:p="http://schemas.microsoft.com/office/2006/metadata/properties" xmlns:ns3="68643274-e92b-4a42-bc09-0b64eaeeb911" targetNamespace="http://schemas.microsoft.com/office/2006/metadata/properties" ma:root="true" ma:fieldsID="62d4eff28555a080f784eb222dfe9e94" ns3:_="">
    <xsd:import namespace="68643274-e92b-4a42-bc09-0b64eaeeb91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643274-e92b-4a42-bc09-0b64eaeeb9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8643274-e92b-4a42-bc09-0b64eaeeb911" xsi:nil="true"/>
  </documentManagement>
</p:properties>
</file>

<file path=customXml/itemProps1.xml><?xml version="1.0" encoding="utf-8"?>
<ds:datastoreItem xmlns:ds="http://schemas.openxmlformats.org/officeDocument/2006/customXml" ds:itemID="{61E0536B-53A9-4E95-90E2-1BD85358DC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3535C6-3FB2-45C9-982A-E57933E1C9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643274-e92b-4a42-bc09-0b64eaeeb9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F50D6CD-E48C-49D1-9CD7-8074F04E133F}">
  <ds:schemaRefs>
    <ds:schemaRef ds:uri="http://purl.org/dc/elements/1.1/"/>
    <ds:schemaRef ds:uri="68643274-e92b-4a42-bc09-0b64eaeeb911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Osorno Ospina</dc:creator>
  <cp:lastModifiedBy>Lucas Osorno Ospina</cp:lastModifiedBy>
  <cp:revision>2</cp:revision>
  <dcterms:created xsi:type="dcterms:W3CDTF">2025-10-17T16:47:26Z</dcterms:created>
  <dcterms:modified xsi:type="dcterms:W3CDTF">2025-10-29T05:09:45Z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0x0101001EBF6D417F07AF42BAE977A654698C1D</vt:lpwstr>
  </property>
</Properties>
</file>